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56372c86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56372c86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56372c86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56372c86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56372c86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56372c86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56372c86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56372c86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56372c86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56372c86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56372c86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56372c86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Зметки на сервере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Бшоян А.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299475" y="39375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100">
                <a:solidFill>
                  <a:srgbClr val="F7F8F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Проблема</a:t>
            </a:r>
            <a:endParaRPr sz="3300"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7F8F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Бумажные заметки теряются, скриншотытонут в галерее, закладки в браузере забываются. При смене телефона или сбросе настроек всё пропадает.</a:t>
            </a:r>
            <a:endParaRPr>
              <a:solidFill>
                <a:srgbClr val="F7F8F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7F8F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Технологический стек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Kotlin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Xml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Firebase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452200" y="433927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</a:t>
            </a:r>
            <a:r>
              <a:rPr b="1" lang="ru" sz="22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Firebase</a:t>
            </a:r>
            <a:r>
              <a:rPr lang="ru" sz="3400"/>
              <a:t> </a:t>
            </a:r>
            <a:endParaRPr sz="3400"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Firebase</a:t>
            </a:r>
            <a:r>
              <a:rPr lang="ru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— это облачная платформа от Google для разработки мобильных и веб-приложений, а также ведения аналитики. Она предоставляет набор инструментов и сервисов,</a:t>
            </a:r>
            <a:endParaRPr sz="24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795" y="0"/>
            <a:ext cx="238400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6125" y="0"/>
            <a:ext cx="2305497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9750" y="0"/>
            <a:ext cx="2459175" cy="527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 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/>
              <a:t>В заключение хочу сказать ,что на этой недели я научился работать с firebase.</a:t>
            </a:r>
            <a:endParaRPr sz="2300"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3700" y="3129879"/>
            <a:ext cx="1358500" cy="135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ctrTitle"/>
          </p:nvPr>
        </p:nvSpPr>
        <p:spPr>
          <a:xfrm>
            <a:off x="1680302" y="1513550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